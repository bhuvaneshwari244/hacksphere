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Early Detection of Parkinson’s from Voice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HackSphere 2.0 — ATMOS'25 | Team: [Your Team Name]</a:t>
            </a:r>
          </a:p>
          <a:p>
            <a:r>
              <a:t>Tech stack: Python • Librosa • Scikit-learn •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Parkinson’s affects speech; voice changes often appear early.</a:t>
            </a:r>
          </a:p>
          <a:p>
            <a:r>
              <a:t>• Early detection improves outcomes and treatment planning.</a:t>
            </a:r>
          </a:p>
          <a:p>
            <a:r>
              <a:t>• Goal: Build a real-time MVP that predicts Parkinson’s risk from voice recordings.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datasets (provided):</a:t>
            </a:r>
          </a:p>
          <a:p>
            <a:r>
              <a:t>• UCI Parkinson's Dataset</a:t>
            </a:r>
          </a:p>
          <a:p>
            <a:r>
              <a:t>• Parkinson's Disease Classification Dataset</a:t>
            </a:r>
          </a:p>
          <a:p/>
          <a:p>
            <a:r>
              <a:t>Key features to extract:</a:t>
            </a:r>
          </a:p>
          <a:p>
            <a:r>
              <a:t>• Pitch (Fo), Jitter, Shimmer</a:t>
            </a:r>
          </a:p>
          <a:p>
            <a:r>
              <a:t>• MFCCs, HNR, Energy, ZCR</a:t>
            </a:r>
          </a:p>
          <a:p>
            <a:r>
              <a:t>Labels: 0 = Healthy, 1 = Parkinson’s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Input (browser mic) → Preprocessing (resample, trim silence, normalize) →</a:t>
            </a:r>
          </a:p>
          <a:p>
            <a:r>
              <a:t>Feature Extraction (librosa) → Model Inference (saved model) → Result (risk score/label)</a:t>
            </a:r>
          </a:p>
          <a:p/>
          <a:p>
            <a:r>
              <a:t>Tech: Flask backend, simple HTML/JS frontend or Streamlit UI for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Example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criteria (as per PDF): Accuracy &amp; generalization, functionality, UX, creativity.</a:t>
            </a:r>
          </a:p>
          <a:p/>
          <a:p>
            <a:r>
              <a:t>Example placeholder metrics (replace after training):</a:t>
            </a:r>
          </a:p>
          <a:p>
            <a:r>
              <a:t>Accuracy: 94% | Precision: 92% | Recall: 93%</a:t>
            </a:r>
          </a:p>
          <a:p/>
          <a:p>
            <a:r>
              <a:t>Judges will use a hidden test set — submit code + model (.pkl/.pt/.h5) via GitHub.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enhancements:</a:t>
            </a:r>
          </a:p>
          <a:p>
            <a:r>
              <a:t>• Mobile app + real-time inference</a:t>
            </a:r>
          </a:p>
          <a:p>
            <a:r>
              <a:t>• Multilingual support and larger datasets</a:t>
            </a:r>
          </a:p>
          <a:p>
            <a:r>
              <a:t>• Dashboard for clinicians</a:t>
            </a:r>
          </a:p>
          <a:p/>
          <a:p>
            <a:r>
              <a:t>References:</a:t>
            </a:r>
          </a:p>
          <a:p>
            <a:r>
              <a:t>• UCI Parkinson's Dataset</a:t>
            </a:r>
          </a:p>
          <a:p>
            <a:r>
              <a:t>• Librosa, Scikit-learn, Flask docs</a:t>
            </a:r>
          </a:p>
          <a:p>
            <a:r>
              <a:t>• HackSphere 2.0 PDF (attached)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